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Resonance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731520" y="329184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88888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new medium for sharing music.</a:t>
            </a:r>
            <a:endParaRPr lang="en-US" sz="15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88888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Upload your album. AI builds an immersive visual experience.</a:t>
            </a:r>
            <a:endParaRPr lang="en-US" sz="15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88888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Share it with a single link.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5852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5555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KAREL BARNOSKI   |   APRIL 2026   |   V1.2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7C5AE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Musicians capture ideas.</a:t>
            </a:r>
            <a:endParaRPr lang="en-US" sz="4200" dirty="0"/>
          </a:p>
          <a:p>
            <a:pPr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Then forget them.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01168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88888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Hundreds of recordings pile up unnamed in phone folders. Creative output goes unanalyzed, undeveloped, lost.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88888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gap between capturing an idea and understanding it is where most music dies.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7C5AE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Resonance makes every</a:t>
            </a:r>
            <a:endParaRPr lang="en-US" sz="4200" dirty="0"/>
          </a:p>
          <a:p>
            <a:pPr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recording self-aware.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01168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88888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Upload a musical recording. Resonance transcribes it, detects key, chords, tempo, and generates AI teaching summaries.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88888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But understanding is only half. Resonance also lets you step inside your music — shaders, AI imagery, poetry, voice — and share the experience with a single link.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4572000"/>
            <a:ext cx="5029200" cy="1097280"/>
          </a:xfrm>
          <a:prstGeom prst="roundRect">
            <a:avLst>
              <a:gd name="adj" fmla="val 8333"/>
            </a:avLst>
          </a:prstGeom>
          <a:solidFill>
            <a:srgbClr val="141414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466344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Studio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Analyze, study, and understand your music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0" y="4572000"/>
            <a:ext cx="5029200" cy="1097280"/>
          </a:xfrm>
          <a:prstGeom prst="roundRect">
            <a:avLst>
              <a:gd name="adj" fmla="val 8333"/>
            </a:avLst>
          </a:prstGeom>
          <a:solidFill>
            <a:srgbClr val="141414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466344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The Room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An immersive space for music and visuals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7C5AE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Four steps.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5AE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Upload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Drag and drop your recordings. M4A, MP3, WAV. iPhone voice memos work perfectly.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520440" y="2103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5AE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02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520440" y="25603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Analyze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520440" y="301752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AI transcribes notes, detects key, chords, tempo, time signature. Teaching summaries break it down.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09360" y="2103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5AE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03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309360" y="25603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Understand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09360" y="301752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Chat with AI about harmonic structure. Compare recordings. See patterns across your library.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098280" y="2103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5AE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04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9098280" y="25603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Experience &amp; Share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098280" y="301752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Step into The Room. Your music becomes visual worlds — shaders, AI imagery, poetry, voice. Share with a link.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7C5AE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CURRENT IA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product, today.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4937760" y="1920240"/>
            <a:ext cx="2286000" cy="548640"/>
          </a:xfrm>
          <a:prstGeom prst="roundRect">
            <a:avLst>
              <a:gd name="adj" fmla="val 16667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937760" y="19202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Resonance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80760" y="2468880"/>
            <a:ext cx="0" cy="36576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0" y="2834640"/>
            <a:ext cx="813816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7440" y="2834640"/>
            <a:ext cx="0" cy="27432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80160" y="310896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0F0A1A"/>
          </a:solidFill>
          <a:ln w="12700">
            <a:solidFill>
              <a:srgbClr val="3D2E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31089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7C5AE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PUBLIC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37490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/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3749040"/>
            <a:ext cx="18288" cy="256032"/>
          </a:xfrm>
          <a:prstGeom prst="line">
            <a:avLst/>
          </a:prstGeom>
          <a:noFill/>
          <a:ln w="25400">
            <a:solidFill>
              <a:srgbClr val="3D2E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05993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/login · /signup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4059936"/>
            <a:ext cx="18288" cy="256032"/>
          </a:xfrm>
          <a:prstGeom prst="line">
            <a:avLst/>
          </a:prstGeom>
          <a:noFill/>
          <a:ln w="25400">
            <a:solidFill>
              <a:srgbClr val="3D2E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37083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/forgot-password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4370832"/>
            <a:ext cx="18288" cy="256032"/>
          </a:xfrm>
          <a:prstGeom prst="line">
            <a:avLst/>
          </a:prstGeom>
          <a:noFill/>
          <a:ln w="25400">
            <a:solidFill>
              <a:srgbClr val="3D2E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68172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/path/[token]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4681728"/>
            <a:ext cx="18288" cy="256032"/>
          </a:xfrm>
          <a:prstGeom prst="line">
            <a:avLst/>
          </a:prstGeom>
          <a:noFill/>
          <a:ln w="25400">
            <a:solidFill>
              <a:srgbClr val="3D2E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99262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/journey/[token]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992624"/>
            <a:ext cx="18288" cy="256032"/>
          </a:xfrm>
          <a:prstGeom prst="line">
            <a:avLst/>
          </a:prstGeom>
          <a:noFill/>
          <a:ln w="25400">
            <a:solidFill>
              <a:srgbClr val="3D2E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5394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Shareable. No account required.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852160" y="2834640"/>
            <a:ext cx="0" cy="27432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310896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0F0A1A"/>
          </a:solidFill>
          <a:ln w="12700">
            <a:solidFill>
              <a:srgbClr val="3D2E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31089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7C5AE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STUDIO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206240" y="37490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/library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206240" y="3749040"/>
            <a:ext cx="18288" cy="256032"/>
          </a:xfrm>
          <a:prstGeom prst="line">
            <a:avLst/>
          </a:prstGeom>
          <a:noFill/>
          <a:ln w="25400">
            <a:solidFill>
              <a:srgbClr val="3D2E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06240" y="405993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/recording/[id]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206240" y="4059936"/>
            <a:ext cx="18288" cy="256032"/>
          </a:xfrm>
          <a:prstGeom prst="line">
            <a:avLst/>
          </a:prstGeom>
          <a:noFill/>
          <a:ln w="25400">
            <a:solidFill>
              <a:srgbClr val="3D2E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0" y="437083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/upload · /create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206240" y="4370832"/>
            <a:ext cx="18288" cy="256032"/>
          </a:xfrm>
          <a:prstGeom prst="line">
            <a:avLst/>
          </a:prstGeom>
          <a:noFill/>
          <a:ln w="25400">
            <a:solidFill>
              <a:srgbClr val="3D2E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0" y="468172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/insights · /compare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206240" y="4681728"/>
            <a:ext cx="18288" cy="256032"/>
          </a:xfrm>
          <a:prstGeom prst="line">
            <a:avLst/>
          </a:prstGeom>
          <a:noFill/>
          <a:ln w="25400">
            <a:solidFill>
              <a:srgbClr val="3D2E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06240" y="499262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/collections · /settings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206240" y="4992624"/>
            <a:ext cx="18288" cy="256032"/>
          </a:xfrm>
          <a:prstGeom prst="line">
            <a:avLst/>
          </a:prstGeom>
          <a:noFill/>
          <a:ln w="25400">
            <a:solidFill>
              <a:srgbClr val="3D2E6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06240" y="5394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Analyze and create. The thinking space.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326880" y="2834640"/>
            <a:ext cx="0" cy="27432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29600" y="310896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0F0A1A"/>
          </a:solidFill>
          <a:ln w="12700">
            <a:solidFill>
              <a:srgbClr val="3D2E6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29600" y="31089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7C5AE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THE ROOM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680960" y="37490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/room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680960" y="3749040"/>
            <a:ext cx="18288" cy="256032"/>
          </a:xfrm>
          <a:prstGeom prst="line">
            <a:avLst/>
          </a:prstGeom>
          <a:noFill/>
          <a:ln w="25400">
            <a:solidFill>
              <a:srgbClr val="3D2E6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80960" y="405993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/room/installation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680960" y="4059936"/>
            <a:ext cx="18288" cy="256032"/>
          </a:xfrm>
          <a:prstGeom prst="line">
            <a:avLst/>
          </a:prstGeom>
          <a:noFill/>
          <a:ln w="25400">
            <a:solidFill>
              <a:srgbClr val="3D2E6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80960" y="437083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Journeys · Paths · Shaders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680960" y="4370832"/>
            <a:ext cx="18288" cy="256032"/>
          </a:xfrm>
          <a:prstGeom prst="line">
            <a:avLst/>
          </a:prstGeom>
          <a:noFill/>
          <a:ln w="25400">
            <a:solidFill>
              <a:srgbClr val="3D2E6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80960" y="468172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AI imagery · Poetry · Voice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680960" y="4681728"/>
            <a:ext cx="18288" cy="256032"/>
          </a:xfrm>
          <a:prstGeom prst="line">
            <a:avLst/>
          </a:prstGeom>
          <a:noFill/>
          <a:ln w="25400">
            <a:solidFill>
              <a:srgbClr val="3D2E6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680960" y="499262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200+ shaders · 3 quality tiers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680960" y="4992624"/>
            <a:ext cx="18288" cy="256032"/>
          </a:xfrm>
          <a:prstGeom prst="line">
            <a:avLst/>
          </a:prstGeom>
          <a:noFill/>
          <a:ln w="25400">
            <a:solidFill>
              <a:srgbClr val="3D2E6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680960" y="5394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Step inside. The feeling space.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7C5AE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STUDIO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Your analytical workspace.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AI Analysis Pipeline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42316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Client-side note transcription, key detection, chord detection, tempo, MIDI export.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33832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Teaching Summaries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70332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AI-generated section breakdowns, harmonic vocabulary, learning insights.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46634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Music Theory Chat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98348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Per-recording and library-wide AI conversations about your music.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17920" y="21031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Smart Library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17920" y="242316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Search, tag, organize. Collections, inline editing, batch operations.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0" y="33832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Insights Dashboard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17920" y="370332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Musical DNA, key distribution, chord frequency, cross-recording patterns.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17920" y="46634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Visual Analysis Tools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498348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Waveform player, chord timeline, piano roll, synced playhead.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7C5AE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THE ROOM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Step inside your music.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200+ Shader Visualizations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42316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Six categories — Elemental, Visionary, Cosmic, Organic, Geometry, Dark, 3D Worlds.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33832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Journey System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70332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240+ journeys across 16 realms. Six-phase emotional arcs with AI-generated themes.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46634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AI Poetry &amp; Voice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98348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Real-time poetic overlays synced to mood and phase. Whispered guidance.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17920" y="21031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Custom Journeys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17920" y="242316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Create from a story prompt or auto-generate from audio analysis.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0" y="33832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Shareable Paths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17920" y="370332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Album-length experiences anyone can walk through. Welcome Home: 13 tracks.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17920" y="46634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Installation Mode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498348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Fullscreen kiosk mode for galleries, studios, venues. Auto-play, loop, no chrome.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7C5AE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SHARING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Music was never meant</a:t>
            </a:r>
            <a:endParaRPr lang="en-US" sz="4200" dirty="0"/>
          </a:p>
          <a:p>
            <a:pPr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to be a file.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19456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88888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When you share a recording today, someone gets an audio file. With Resonance, they get an experience — five layers deep.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5AE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L1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3200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Your Music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7472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recording itself — streamed in full quality through The Room.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382219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5AE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L2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382219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Shader Visuals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74720" y="382219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Multi-layer WebGL shaders composited in real time — rotating through the journey.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444398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5AE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L3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444398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AI Poetry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4443984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Poetic text overlays generated from the music's mood. Whispered at phase boundaries.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50657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5AE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L4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506577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AI Imagery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5065776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Real-time generated images from the journey's visual vocabulary via fal.ai Flux.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568756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5AE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L5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371600" y="568756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Narrative Arc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74720" y="568756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six-phase story structure — Threshold to Integration — that shapes the experience.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One link. Five layers. A complete experience anyone can open on any device.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7C5AE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INSTALLATION MODE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Not just software. A medium.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01168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88888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dedicated kiosk mode designed for physical spaces — galleries, venues, studios, spas. Auto-play curated queue, fullscreen, cursor hidden, loop indefinitely.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Gallery Installation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3749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pianist's recordings visualized as living art.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4480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Live Performance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7548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musician performs while The Room generates real-time visuals.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5486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Meditation &amp; Healing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5760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Spa lobbies, therapy offices, yoga studios.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17920" y="3474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Retail &amp; Hospitality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17920" y="3749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Hotels, restaurants, boutiques. Curated sonic-visual environments.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17920" y="4480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Museum &amp; Cultural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17920" y="47548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Pair historical recordings with visual journeys.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17920" y="5486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Studio Waiting Rooms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0" y="5760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Recording studios, music schools, creative agencies.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7C5AE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INSIGHTS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Your musical DNA.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828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88888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See patterns across your entire creative output.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Key Distribution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8803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Which keys you gravitate toward. Major vs minor tendencies.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3749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Chord Vocabulary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0690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Frequency analysis of every chord across your library.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49377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Recurring Progressions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52578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Chord sequences that appear across multiple recordings.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0" y="25603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Recording Similarity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17920" y="28803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Pairwise comparison by key, tempo, and chord overlap.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0" y="3749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AI Library Portrait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17920" y="40690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Claude analyzes your library and writes a musical portrait.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0" y="49377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Compare Mode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17920" y="52578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Side-by-side analysis of any two recordings.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7C5AE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TECHNOLOGY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Built for musicians,</a:t>
            </a:r>
            <a:endParaRPr lang="en-US" sz="4200" dirty="0"/>
          </a:p>
          <a:p>
            <a:pPr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powered by AI.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Frontend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651760" y="2560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Next.js 15, React 19, TypeScript, Tailwind v4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3474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651760" y="3474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Claude (Anthropic) via Vercel AI SDK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Audio Intelligence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51760" y="43891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Spotify Basic Pitch, tonal.js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5303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Visualization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51760" y="5303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WebGL (200+ shaders), Three.js (3D)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0" y="2560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Audio Engine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38160" y="2560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Web Audio API, WaveSurfer.js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17920" y="3474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Image Generation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38160" y="3474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FAL Flux Schnell (real-time AI imagery)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17920" y="4389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Backend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38160" y="43891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Supabase (Auth, PostgreSQL, Storage)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0" y="5303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Hosting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38160" y="5303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Vercel (serverless, edge)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7C5AE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FUTURE IA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Where it's headed.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4937760" y="1920240"/>
            <a:ext cx="2286000" cy="548640"/>
          </a:xfrm>
          <a:prstGeom prst="roundRect">
            <a:avLst>
              <a:gd name="adj" fmla="val 16667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937760" y="19202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Resonance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80760" y="2468880"/>
            <a:ext cx="0" cy="365760"/>
          </a:xfrm>
          <a:prstGeom prst="line">
            <a:avLst/>
          </a:prstGeom>
          <a:noFill/>
          <a:ln w="12700">
            <a:solidFill>
              <a:srgbClr val="333333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2011680" y="2834640"/>
            <a:ext cx="813816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2377440" y="2834640"/>
            <a:ext cx="0" cy="274320"/>
          </a:xfrm>
          <a:prstGeom prst="line">
            <a:avLst/>
          </a:prstGeom>
          <a:noFill/>
          <a:ln w="12700">
            <a:solidFill>
              <a:srgbClr val="333333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1280160" y="310896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0A0718"/>
          </a:solidFill>
          <a:ln w="12700">
            <a:solidFill>
              <a:srgbClr val="3D2E6B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1280160" y="31089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6B52B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CREATE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37490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/create/chat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405993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/create/photo-source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437083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/arrange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468172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/settings/local-llm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51206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Chat-based creation. Local LLM. Offline.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852160" y="2834640"/>
            <a:ext cx="0" cy="274320"/>
          </a:xfrm>
          <a:prstGeom prst="line">
            <a:avLst/>
          </a:prstGeom>
          <a:noFill/>
          <a:ln w="12700">
            <a:solidFill>
              <a:srgbClr val="333333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4754880" y="310896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0A0718"/>
          </a:solidFill>
          <a:ln w="12700">
            <a:solidFill>
              <a:srgbClr val="3D2E6B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4754880" y="31089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6B52B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SOCIAL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206240" y="37490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/discover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206240" y="405993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/artist/[username]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206240" y="437083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/session/[id]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206240" y="468172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/marketplace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206240" y="51206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Public profiles, discovery, collaboration.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326880" y="2834640"/>
            <a:ext cx="0" cy="274320"/>
          </a:xfrm>
          <a:prstGeom prst="line">
            <a:avLst/>
          </a:prstGeom>
          <a:noFill/>
          <a:ln w="12700">
            <a:solidFill>
              <a:srgbClr val="333333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8229600" y="310896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0A0718"/>
          </a:solidFill>
          <a:ln w="12700">
            <a:solidFill>
              <a:srgbClr val="3D2E6B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8229600" y="31089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6B52B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PLATFORM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680960" y="37490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/practice · /learn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680960" y="405993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/api/v1/*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680960" y="437083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/export/daw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680960" y="468172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/education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680960" y="51206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Practice mode, API, DAW export, education.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7C5AE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ROADMAP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Where we're going.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C5AE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Q1 2026  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194560" y="21945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8888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SHIPPED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Foundation + The Room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Full analysis pipeline (key, chords, tempo, MIDI)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3246120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AI teaching summaries and chat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200+ shaders, 240+ journeys, 16 realms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794760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Poetry, voice, story overlays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4069080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Installation mode, shared journeys, stable shaders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217920" y="21945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C5AE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Q2 2026  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680960" y="21945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8888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SHIPPED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217920" y="25146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Generation + Sharing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17920" y="2971800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AI journey generation from story + music analysis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17920" y="3246120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Real-time AI imagery per phase (fal.ai Flux Schnell)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17920" y="3520440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Shareable album paths (Welcome Home — 13 tracks)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17920" y="3794760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Per-device quality tiers (high / medium / low)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17920" y="4069080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Photographer collab, Tauri desktop app, batch analysis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45720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C5AE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Q3–Q4 2026  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194560" y="4572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5555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NOW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" y="48920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Creator Tools + Social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31520" y="5349240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Chat-based journey creation (local LLM)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" y="5623560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Public artist profiles and journey discovery feed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" y="5897880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Collaborative listening sessions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1520" y="6172200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Mobile app (PWA) with offline mode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" y="6446520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Marketplace for shaders and journey templates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17920" y="45720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C5AE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2027+  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680960" y="4572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5555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FUTURE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17920" y="48920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Ecosystem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217920" y="5349240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Live transcription as you play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17920" y="5623560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AI arrangement and song builder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17920" y="5897880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Practice mode with looping + metronome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17920" y="6172200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Education platform and curriculum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17920" y="6446520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DAW export, developer API, style DNA matching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7C5AE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MARKET · WHY NOW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market ready to</a:t>
            </a:r>
            <a:endParaRPr lang="en-US" sz="4200" dirty="0"/>
          </a:p>
          <a:p>
            <a:pPr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understand itself.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50M+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amateur and working musicians worldwide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record ideas monthly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389120" y="237744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$8B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389120" y="32004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music learning + creation tools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(DAWs, notation, theory, practice apps)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46720" y="237744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8046720" y="32004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products that analyze, visualize, and make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music shareable as an experience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43891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C5AE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WHY NOW · 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47091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Real-time generative imagery is cheap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521208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Flux Schnell renders a 1024px frame in ~400ms for $0.003. Live visual worlds are no longer a research demo.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0" y="43891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C5AE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WHY NOW · 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389120" y="47091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Client-side music analysis caught up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389120" y="521208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Basic Pitch + tonal.js run in-browser. Pipeline cost near zero. Privacy is a feature — audio never leaves the device.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46720" y="43891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C5AE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WHY NOW · 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046720" y="47091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Share-link culture killed installs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46720" y="521208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Every experience now competes on friction. A URL that opens an immersive world beats an app store in every consumer metric.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7C5AE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TRACTION · SHIPPED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Already real.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200+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5555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SHADER VISUALIZATIONS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474720" y="21031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240+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3474720" y="29260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5555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CURATED JOURNEYS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0" y="21031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16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6217920" y="29260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5555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REALMS / WORLDS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961120" y="21031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7C5AE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v1.2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8961120" y="29260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5555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STABLE · SHIPPED APR 2026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6576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C5AE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MAR 31, 2026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657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v1.0 — The Room ships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03520" y="36576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Full journey system, shader viz, poetry + voice, mobile controls, library queue.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4800600"/>
            <a:ext cx="1069848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2976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C5AE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APR 9, 2026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286000" y="4297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v1.1 — Shader stability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03520" y="42976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A/B crossfade rewrite, async compilation, consistent opacity across transitions.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5440680"/>
            <a:ext cx="1069848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937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C5AE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APR 13, 2026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286000" y="4937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Welcome Home album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03520" y="49377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13-track shareable album path with culmination journey, per-device quality tiers.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6080760"/>
            <a:ext cx="1069848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5577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C5AE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APR 14, 2026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286000" y="5577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v1.2 — Paths &amp; sharing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03520" y="55778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Shareable album paths, anonymous walkthrough, progress tracking, instant nav.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7C5AE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BUSINESS MODEL · ASK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How it earns.</a:t>
            </a:r>
            <a:endParaRPr lang="en-US" sz="4200" dirty="0"/>
          </a:p>
          <a:p>
            <a:pPr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What we need.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7C5AE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THREE REVENUE LINES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2651760"/>
            <a:ext cx="5029200" cy="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9260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$12/mo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651760" y="2971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 musician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Unlimited recordings, journeys, AI imagery credits, chat-based creation, insights. Free tier caps at 10 recordings.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4023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$1.5k/yr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651760" y="4069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Installation license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44805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Galleries, studios, cultural venues. Offline kiosk mode, curated queue, custom branding.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5120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B2B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651760" y="5166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Education seats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55778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Conservatories and music schools. Teaching summaries + insights + shared classrooms. Volume pricing.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0" y="2377440"/>
            <a:ext cx="5029200" cy="4114800"/>
          </a:xfrm>
          <a:prstGeom prst="roundRect">
            <a:avLst>
              <a:gd name="adj" fmla="val 3333"/>
            </a:avLst>
          </a:prstGeom>
          <a:solidFill>
            <a:srgbClr val="0E0B18"/>
          </a:solidFill>
          <a:ln w="12700">
            <a:solidFill>
              <a:srgbClr val="1F1A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26517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7C5AE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THE ASK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766560" y="301752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$500K seed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766560" y="37490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12 months of runway to ship v2 and validate revenue.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66560" y="43891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5AE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40%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589520" y="43891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ML/audio engineer — live transcription, harmonic search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766560" y="48006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5AE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30%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589520" y="48006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Growth + social features — public profiles, discovery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66560" y="52120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5AE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20%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589520" y="52120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Infrastructure — offline mode, local LLM, AI credits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766560" y="56235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5AE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10%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589520" y="56235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Runway buffer + installation pilot deployments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7C5AE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NORTH STAR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musical brain</a:t>
            </a:r>
            <a:endParaRPr lang="en-US" sz="4200" dirty="0"/>
          </a:p>
          <a:p>
            <a:pPr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you've always wanted.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19456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88888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Imagine picking up your instrument. You play something — 30 seconds, two minutes, whatever comes out. Before you even set it down, the chords appear on screen in real time. The app recognizes this is a variation of something you played three months ago.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65760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88888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And when you're done — you step into The Room. Your music becomes a world. Shaders paint the harmonic structure in light. AI-generated imagery emerges from the mood. You build a 13-track album path. Share it with a single link. A friend opens it on their phone. They're inside your music.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53035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AAAAA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Resonance turns music-sharing into an experience. Not a file. Not a stream.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AAAAA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Visual, poetic, immersive — open with one link.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60350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Not a DAW. Not a notation app. Not a screensaver. A creative partner that turns every idea into something you can understand, inhabit, and share with the world.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7C5AE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ABOUT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Karel Barnoski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011680"/>
            <a:ext cx="5943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8888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Design Director at Workday. 15+ years leading UX for enterprise products used by millions.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8888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Founder of 2octave, an audio design studio specializing in product sound design.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8888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Pianist and composer. Released Welcome Home, a solo piano album — and built Resonance to share it.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8888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Resonance exists because Karel is both the designer and the user. Every feature was born from a real creative need.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Resonance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731520" y="3291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Analyze. Visualize. Experience. Share.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4114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5AE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getresonance.vercel.app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5852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5555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Karel Barnoski · April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2026-04-16T04:51:07Z</dcterms:created>
  <dcterms:modified xsi:type="dcterms:W3CDTF">2026-04-16T04:51:07Z</dcterms:modified>
</cp:coreProperties>
</file>